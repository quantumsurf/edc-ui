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13893" y="342900"/>
            <a:ext cx="196596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13893" y="411480"/>
            <a:ext cx="196596" cy="41148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7315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KMX EDC · Connector Hub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457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데이터스페이스 커넥터 통합 관리 콘솔 — 전체 아키텍처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0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Dataspace Connector (EDC) · Tractus-X · Catena-X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923544"/>
            <a:ext cx="118872" cy="2194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905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콘솔  ·  kmx-edc-ui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179576"/>
            <a:ext cx="1136599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" y="1344168"/>
            <a:ext cx="6720840" cy="13167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1344168"/>
            <a:ext cx="91440" cy="13167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463040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Single Page 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170992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TanStack Query · Zustand · Tailwind CSS 4 · wouter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68680" y="1947672"/>
            <a:ext cx="2994660" cy="2057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1947672"/>
            <a:ext cx="28300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플릿 · 대시보드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73068" y="1947672"/>
            <a:ext cx="2994660" cy="2057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4508" y="1947672"/>
            <a:ext cx="28300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· 정책 · 계약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68680" y="2180844"/>
            <a:ext cx="2994660" cy="2057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180844"/>
            <a:ext cx="28300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 · 협상 · 전송 · EDR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973068" y="2180844"/>
            <a:ext cx="2994660" cy="2057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4508" y="2180844"/>
            <a:ext cx="28300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트윈(DTR) · 시맨틱 모델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868680" y="2414016"/>
            <a:ext cx="2994660" cy="2057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414016"/>
            <a:ext cx="28300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Identity Hub · 감사 로그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552944" y="1344168"/>
            <a:ext cx="4023360" cy="1316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1344168"/>
            <a:ext cx="91440" cy="1316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808976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for Frontend (BFF)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08976" y="1709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Node.js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827264" y="1965960"/>
            <a:ext cx="59436" cy="5943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191109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인증 · RBAC(admin·operator·viewer)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827264" y="2148840"/>
            <a:ext cx="59436" cy="5943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7973568" y="209397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 Management API 프록시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827264" y="2331720"/>
            <a:ext cx="59436" cy="5943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973568" y="227685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멀티테넌트 격리 · 알림 폴링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7827264" y="2514600"/>
            <a:ext cx="59436" cy="5943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7973568" y="2459736"/>
            <a:ext cx="3456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UI 메타데이터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089904" y="2852928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672584" y="28163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X-Api-Key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044952"/>
            <a:ext cx="118872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026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데이터스페이스  ·  EDC Connectors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" y="3300984"/>
            <a:ext cx="1136599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3447288"/>
            <a:ext cx="4572000" cy="9326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3538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Connector 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BPNL…PRD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22960" y="384962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387705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8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:8081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2971800" y="384962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528" y="387705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88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:8283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976872" y="3447288"/>
            <a:ext cx="4572000" cy="93268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9752" y="3538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Connector 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BPNL…CON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159752" y="384962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9480" y="387705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8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:9081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9308592" y="384962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0" y="3877056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88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:9283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5266944" y="3950208"/>
            <a:ext cx="165506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5682996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71516" y="3986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Dataspace Protocol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089904" y="4553712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11480" y="4745736"/>
            <a:ext cx="118872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594360" y="4727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서비스  ·  Shared Infrastructure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11480" y="5001768"/>
            <a:ext cx="269062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11480" y="5001768"/>
            <a:ext cx="2690622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1"/>
          <p:cNvSpPr/>
          <p:nvPr/>
        </p:nvSpPr>
        <p:spPr>
          <a:xfrm>
            <a:off x="576072" y="5157216"/>
            <a:ext cx="2361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Registry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576072" y="5440680"/>
            <a:ext cx="2361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Shell · SAMM Submodel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576072" y="571500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Tractus-X · :4243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03270" y="5001768"/>
            <a:ext cx="269062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03270" y="5001768"/>
            <a:ext cx="2690622" cy="777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3467862" y="5157216"/>
            <a:ext cx="2361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Hub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3467862" y="5440680"/>
            <a:ext cx="2361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/ VC · STS 토큰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3467862" y="571500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did:web · VP→EDR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95060" y="5001768"/>
            <a:ext cx="269062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95060" y="5001768"/>
            <a:ext cx="2690622" cy="777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3" name="Text 71"/>
          <p:cNvSpPr/>
          <p:nvPr/>
        </p:nvSpPr>
        <p:spPr>
          <a:xfrm>
            <a:off x="6359652" y="5157216"/>
            <a:ext cx="2361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359652" y="5440680"/>
            <a:ext cx="2361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시크릿 · API Key · DID 키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6359652" y="571500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· :8200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086850" y="5001768"/>
            <a:ext cx="269062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88900" dist="38100" dir="5400000">
              <a:srgbClr val="1E293B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086850" y="5001768"/>
            <a:ext cx="2690622" cy="777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8" name="Text 76"/>
          <p:cNvSpPr/>
          <p:nvPr/>
        </p:nvSpPr>
        <p:spPr>
          <a:xfrm>
            <a:off x="9251442" y="5157216"/>
            <a:ext cx="2361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9251442" y="5440680"/>
            <a:ext cx="2361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· UI 메타데이터 DB</a:t>
            </a:r>
            <a:endParaRPr lang="en-US" sz="880" dirty="0"/>
          </a:p>
        </p:txBody>
      </p:sp>
      <p:sp>
        <p:nvSpPr>
          <p:cNvPr id="80" name="Text 78"/>
          <p:cNvSpPr/>
          <p:nvPr/>
        </p:nvSpPr>
        <p:spPr>
          <a:xfrm>
            <a:off x="9251442" y="571500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· :5432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11480" y="61904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교환 플로우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194560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3" name="Text 81"/>
          <p:cNvSpPr/>
          <p:nvPr/>
        </p:nvSpPr>
        <p:spPr>
          <a:xfrm>
            <a:off x="2194560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등록</a:t>
            </a:r>
            <a:endParaRPr lang="en-US" sz="830" dirty="0"/>
          </a:p>
        </p:txBody>
      </p:sp>
      <p:sp>
        <p:nvSpPr>
          <p:cNvPr id="84" name="Shape 82"/>
          <p:cNvSpPr/>
          <p:nvPr/>
        </p:nvSpPr>
        <p:spPr>
          <a:xfrm>
            <a:off x="3419856" y="6336792"/>
            <a:ext cx="152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3590544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3590544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정의</a:t>
            </a:r>
            <a:endParaRPr lang="en-US" sz="830" dirty="0"/>
          </a:p>
        </p:txBody>
      </p:sp>
      <p:sp>
        <p:nvSpPr>
          <p:cNvPr id="87" name="Shape 85"/>
          <p:cNvSpPr/>
          <p:nvPr/>
        </p:nvSpPr>
        <p:spPr>
          <a:xfrm>
            <a:off x="4815840" y="6336792"/>
            <a:ext cx="152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4986528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9" name="Text 87"/>
          <p:cNvSpPr/>
          <p:nvPr/>
        </p:nvSpPr>
        <p:spPr>
          <a:xfrm>
            <a:off x="4986528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계약(Offering)</a:t>
            </a:r>
            <a:endParaRPr lang="en-US" sz="830" dirty="0"/>
          </a:p>
        </p:txBody>
      </p:sp>
      <p:sp>
        <p:nvSpPr>
          <p:cNvPr id="90" name="Shape 88"/>
          <p:cNvSpPr/>
          <p:nvPr/>
        </p:nvSpPr>
        <p:spPr>
          <a:xfrm>
            <a:off x="6211824" y="6336792"/>
            <a:ext cx="152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6382512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2" name="Text 90"/>
          <p:cNvSpPr/>
          <p:nvPr/>
        </p:nvSpPr>
        <p:spPr>
          <a:xfrm>
            <a:off x="6382512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 조회</a:t>
            </a:r>
            <a:endParaRPr lang="en-US" sz="830" dirty="0"/>
          </a:p>
        </p:txBody>
      </p:sp>
      <p:sp>
        <p:nvSpPr>
          <p:cNvPr id="93" name="Shape 91"/>
          <p:cNvSpPr/>
          <p:nvPr/>
        </p:nvSpPr>
        <p:spPr>
          <a:xfrm>
            <a:off x="7607808" y="6336792"/>
            <a:ext cx="152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7778496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5" name="Text 93"/>
          <p:cNvSpPr/>
          <p:nvPr/>
        </p:nvSpPr>
        <p:spPr>
          <a:xfrm>
            <a:off x="7778496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협상</a:t>
            </a:r>
            <a:endParaRPr lang="en-US" sz="830" dirty="0"/>
          </a:p>
        </p:txBody>
      </p:sp>
      <p:sp>
        <p:nvSpPr>
          <p:cNvPr id="96" name="Shape 94"/>
          <p:cNvSpPr/>
          <p:nvPr/>
        </p:nvSpPr>
        <p:spPr>
          <a:xfrm>
            <a:off x="9003792" y="6336792"/>
            <a:ext cx="152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9174480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8" name="Text 96"/>
          <p:cNvSpPr/>
          <p:nvPr/>
        </p:nvSpPr>
        <p:spPr>
          <a:xfrm>
            <a:off x="9174480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토큰</a:t>
            </a:r>
            <a:endParaRPr lang="en-US" sz="830" dirty="0"/>
          </a:p>
        </p:txBody>
      </p:sp>
      <p:sp>
        <p:nvSpPr>
          <p:cNvPr id="99" name="Shape 97"/>
          <p:cNvSpPr/>
          <p:nvPr/>
        </p:nvSpPr>
        <p:spPr>
          <a:xfrm>
            <a:off x="10399776" y="6336792"/>
            <a:ext cx="152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10570464" y="619048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1" name="Text 99"/>
          <p:cNvSpPr/>
          <p:nvPr/>
        </p:nvSpPr>
        <p:spPr>
          <a:xfrm>
            <a:off x="10570464" y="6190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전송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KMX EDC Connector Hub — Architecture</dc:title>
  <dc:subject>PptxGenJS Presentation</dc:subject>
  <dc:creator>KMX EDC</dc:creator>
  <cp:lastModifiedBy>KMX EDC</cp:lastModifiedBy>
  <cp:revision>1</cp:revision>
  <dcterms:created xsi:type="dcterms:W3CDTF">2026-06-17T04:24:56Z</dcterms:created>
  <dcterms:modified xsi:type="dcterms:W3CDTF">2026-06-17T04:24:56Z</dcterms:modified>
</cp:coreProperties>
</file>